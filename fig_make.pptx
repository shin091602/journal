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4B70E4-F941-032A-0279-3A2446FB5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38AE28A-B93F-C074-FD2A-08C917F32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C0F409-9368-7E07-33E7-DBA763BE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204F04-D311-490A-AC3A-CDACAC84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A110A7-5C5A-176A-BF88-3AF4E034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24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039769-6488-D468-E542-A6ECFA7A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6FDD6A-AAD3-0E42-E000-00BF35558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B33BF9-0A70-0558-0DC2-F33A89CD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108E38-A3D8-D104-1661-8305BCA3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D085F6-47BC-1A19-F80D-14133D9C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4628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ECB59A-49A7-7613-5585-76D3F9C8D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783E26-3222-789B-A743-44007CE4F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0AC661-FCDA-7D3D-9DDF-1C42D866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B9B711-FDE6-15E7-8CF6-DB82AA95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E6F9E1-1428-9A80-0AB4-A8685B17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55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66F2E8-EE8D-E057-0A5D-70EAF631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4422FD-3C94-EDB4-BB20-24ACB5344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9F736B-DC92-7549-4F66-AFF70B9E6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DB3B82-8D54-A6D2-0235-A1AACB9D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89D19-F291-0280-E0C2-2088BD8E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DD6172-588B-35C0-563E-A23309F2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343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95D3D5-5939-C0AB-6F37-7EE9F5BE2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5978C4-885A-1A60-A118-509E245D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2B9024-970D-0A2F-9946-8C340FD0E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5F1A4C2-127A-EB9D-5299-250CF3F909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A394B5-4102-3F98-0685-216F7EB1A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E7B904-A236-09E0-E35F-42A94C4D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D49BC2-F28A-A0FA-0F3F-0DA95713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34E43A2-C186-8F30-557C-36A363973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946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CB1898-340F-E736-D71C-73C349743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AC9BFBF-A293-BACC-39AF-BF0B7083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CF4CD6-012C-9F72-4F27-8419A6813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981EABA-FB84-CCCF-7370-F47C1E8E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180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C251DD3-2CDE-2B40-36B2-4A335D18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213C39F-73F4-7C1B-86D6-3C4B6C21A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0758D9-A39E-B62A-8B03-D7B84DB6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910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C56D4C-8C5C-DCA5-5B29-5C63C545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A8B4F-225E-A560-B36D-DA1F06E09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7EAA10-4587-D2E6-E4D2-F5D6D064A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EE545E-5A98-2DBF-28A3-C5B54DC5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899769-8631-52F8-0C15-F2CD7505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5316D5-EF84-C6FB-0F2C-2220DEE8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713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9B0D41-B5AD-A9DA-2473-B16D1E4B2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FE9444-AA62-06D3-D604-BB6255315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7843F8-6C8F-5F0D-D4DE-5E7CB52EC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440854-1BE3-B2B0-E470-41CFFB36D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953884-89D2-FFF5-D2B5-1EE225CE8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EC001E-622F-B9C7-9059-3715D078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62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2A2A8-7453-B87F-B127-F344D0C0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7C850E-2E21-B702-8ACC-82EB7E3A0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C1CA71-28E2-F421-891C-C0A4383FD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605D67-9FAE-BEC6-414D-7A7DAC60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EDDF90-BEAB-06A1-B82D-219A2FF6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501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B6C97E7-5D15-8AEC-B70C-1E6AB35FB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BF94AF-4B08-571F-511B-88FDD14D0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898877-9ADF-20BD-FAC2-8B37FA6CC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6F06B7-55CA-E610-C180-287E54915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E8A518-B3BA-1228-6202-357FC84D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504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E6265F-F0FD-2E5F-F057-C8D83DCC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4518F6-B971-DBF3-1D19-ABC75316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3B8915-0151-0D72-B443-F6C3D81F9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BEF60-1E92-D14C-BC1E-B302A571F80F}" type="datetimeFigureOut">
              <a:rPr kumimoji="1" lang="ja-JP" altLang="en-US" smtClean="0"/>
              <a:t>2025/8/17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7F1FD1-D4E9-B612-66FD-E2A4B4FA4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677020-587A-B239-4B96-8833A0414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5AF72-DA21-3B42-B1AB-08A8BA7978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88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343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聡一郎 進</dc:creator>
  <cp:lastModifiedBy>聡一郎 進</cp:lastModifiedBy>
  <cp:revision>1</cp:revision>
  <dcterms:created xsi:type="dcterms:W3CDTF">2025-08-17T10:38:58Z</dcterms:created>
  <dcterms:modified xsi:type="dcterms:W3CDTF">2025-08-17T10:42:03Z</dcterms:modified>
</cp:coreProperties>
</file>